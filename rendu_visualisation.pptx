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Default Extension="jpg" ContentType="image/jpg"/>
  <Default Extension="png" ContentType="image/png"/>
  <Override PartName="/ppt/slides/slide1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</p:sldIdLst>
  <p:sldSz cx="10693400" cy="7556500"/>
  <p:notesSz cx="10693400" cy="75565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/Relationships>
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02005" y="2342515"/>
            <a:ext cx="9089390" cy="1586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rgbClr val="111111"/>
                </a:solidFill>
                <a:latin typeface="Arial Black"/>
                <a:cs typeface="Arial Black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604010" y="4231640"/>
            <a:ext cx="7485380" cy="18891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00" b="0" i="0">
                <a:solidFill>
                  <a:srgbClr val="111111"/>
                </a:solidFill>
                <a:latin typeface="Arial Black"/>
                <a:cs typeface="Arial Black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00" b="0" i="0">
                <a:solidFill>
                  <a:srgbClr val="111111"/>
                </a:solidFill>
                <a:latin typeface="Arial Black"/>
                <a:cs typeface="Arial Black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534670" y="1737995"/>
            <a:ext cx="4651629" cy="49872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5507101" y="1737995"/>
            <a:ext cx="4651629" cy="49872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00" b="0" i="0">
                <a:solidFill>
                  <a:srgbClr val="111111"/>
                </a:solidFill>
                <a:latin typeface="Arial Black"/>
                <a:cs typeface="Arial Black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Relationship Id="rId8" Type="http://schemas.openxmlformats.org/officeDocument/2006/relationships/image" Target="../media/image2.jpg"/><Relationship Id="rId9" Type="http://schemas.openxmlformats.org/officeDocument/2006/relationships/image" Target="../media/image3.jpg"/><Relationship Id="rId10" Type="http://schemas.openxmlformats.org/officeDocument/2006/relationships/image" Target="../media/image4.png"/><Relationship Id="rId11" Type="http://schemas.openxmlformats.org/officeDocument/2006/relationships/image" Target="../media/image5.png"/><Relationship Id="rId12" Type="http://schemas.openxmlformats.org/officeDocument/2006/relationships/image" Target="../media/image6.png"/><Relationship Id="rId13" Type="http://schemas.openxmlformats.org/officeDocument/2006/relationships/image" Target="../media/image7.png"/><Relationship Id="rId14" Type="http://schemas.openxmlformats.org/officeDocument/2006/relationships/image" Target="../media/image8.jpg"/><Relationship Id="rId15" Type="http://schemas.openxmlformats.org/officeDocument/2006/relationships/image" Target="../media/image9.jpg"/><Relationship Id="rId16" Type="http://schemas.openxmlformats.org/officeDocument/2006/relationships/image" Target="../media/image10.png"/><Relationship Id="rId17" Type="http://schemas.openxmlformats.org/officeDocument/2006/relationships/image" Target="../media/image11.png"/><Relationship Id="rId18" Type="http://schemas.openxmlformats.org/officeDocument/2006/relationships/image" Target="../media/image12.png"/><Relationship Id="rId19" Type="http://schemas.openxmlformats.org/officeDocument/2006/relationships/image" Target="../media/image13.png"/><Relationship Id="rId20" Type="http://schemas.openxmlformats.org/officeDocument/2006/relationships/image" Target="../media/image14.png"/><Relationship Id="rId21" Type="http://schemas.openxmlformats.org/officeDocument/2006/relationships/image" Target="../media/image15.png"/><Relationship Id="rId22" Type="http://schemas.openxmlformats.org/officeDocument/2006/relationships/image" Target="../media/image16.png"/><Relationship Id="rId23" Type="http://schemas.openxmlformats.org/officeDocument/2006/relationships/image" Target="../media/image17.png"/><Relationship Id="rId24" Type="http://schemas.openxmlformats.org/officeDocument/2006/relationships/image" Target="../media/image18.png"/><Relationship Id="rId25" Type="http://schemas.openxmlformats.org/officeDocument/2006/relationships/image" Target="../media/image19.png"/><Relationship Id="rId26" Type="http://schemas.openxmlformats.org/officeDocument/2006/relationships/image" Target="../media/image20.png"/><Relationship Id="rId27" Type="http://schemas.openxmlformats.org/officeDocument/2006/relationships/image" Target="../media/image21.jpg"/><Relationship Id="rId28" Type="http://schemas.openxmlformats.org/officeDocument/2006/relationships/image" Target="../media/image22.png"/><Relationship Id="rId29" Type="http://schemas.openxmlformats.org/officeDocument/2006/relationships/image" Target="../media/image23.png"/><Relationship Id="rId30" Type="http://schemas.openxmlformats.org/officeDocument/2006/relationships/image" Target="../media/image24.jpg"/><Relationship Id="rId31" Type="http://schemas.openxmlformats.org/officeDocument/2006/relationships/image" Target="../media/image25.jpg"/><Relationship Id="rId32" Type="http://schemas.openxmlformats.org/officeDocument/2006/relationships/image" Target="../media/image26.jpg"/><Relationship Id="rId33" Type="http://schemas.openxmlformats.org/officeDocument/2006/relationships/image" Target="../media/image27.jpg"/><Relationship Id="rId34" Type="http://schemas.openxmlformats.org/officeDocument/2006/relationships/image" Target="../media/image28.png"/><Relationship Id="rId35" Type="http://schemas.openxmlformats.org/officeDocument/2006/relationships/image" Target="../media/image29.jpg"/><Relationship Id="rId36" Type="http://schemas.openxmlformats.org/officeDocument/2006/relationships/image" Target="../media/image30.png"/><Relationship Id="rId37" Type="http://schemas.openxmlformats.org/officeDocument/2006/relationships/image" Target="../media/image31.png"/><Relationship Id="rId38" Type="http://schemas.openxmlformats.org/officeDocument/2006/relationships/image" Target="../media/image32.jpg"/><Relationship Id="rId39" Type="http://schemas.openxmlformats.org/officeDocument/2006/relationships/image" Target="../media/image33.png"/><Relationship Id="rId40" Type="http://schemas.openxmlformats.org/officeDocument/2006/relationships/image" Target="../media/image34.jpg"/><Relationship Id="rId41" Type="http://schemas.openxmlformats.org/officeDocument/2006/relationships/image" Target="../media/image35.png"/><Relationship Id="rId42" Type="http://schemas.openxmlformats.org/officeDocument/2006/relationships/image" Target="../media/image36.jpg"/><Relationship Id="rId43" Type="http://schemas.openxmlformats.org/officeDocument/2006/relationships/image" Target="../media/image37.png"/><Relationship Id="rId44" Type="http://schemas.openxmlformats.org/officeDocument/2006/relationships/image" Target="../media/image38.png"/><Relationship Id="rId45" Type="http://schemas.openxmlformats.org/officeDocument/2006/relationships/image" Target="../media/image39.jpg"/><Relationship Id="rId46" Type="http://schemas.openxmlformats.org/officeDocument/2006/relationships/image" Target="../media/image40.png"/><Relationship Id="rId47" Type="http://schemas.openxmlformats.org/officeDocument/2006/relationships/image" Target="../media/image41.jpg"/><Relationship Id="rId48" Type="http://schemas.openxmlformats.org/officeDocument/2006/relationships/image" Target="../media/image42.jpg"/><Relationship Id="rId49" Type="http://schemas.openxmlformats.org/officeDocument/2006/relationships/image" Target="../media/image43.png"/><Relationship Id="rId50" Type="http://schemas.openxmlformats.org/officeDocument/2006/relationships/image" Target="../media/image44.jpg"/><Relationship Id="rId51" Type="http://schemas.openxmlformats.org/officeDocument/2006/relationships/image" Target="../media/image45.png"/><Relationship Id="rId52" Type="http://schemas.openxmlformats.org/officeDocument/2006/relationships/image" Target="../media/image46.png"/><Relationship Id="rId53" Type="http://schemas.openxmlformats.org/officeDocument/2006/relationships/image" Target="../media/image47.png"/><Relationship Id="rId54" Type="http://schemas.openxmlformats.org/officeDocument/2006/relationships/image" Target="../media/image48.jpg"/><Relationship Id="rId55" Type="http://schemas.openxmlformats.org/officeDocument/2006/relationships/image" Target="../media/image49.jpg"/><Relationship Id="rId56" Type="http://schemas.openxmlformats.org/officeDocument/2006/relationships/image" Target="../media/image50.png"/><Relationship Id="rId57" Type="http://schemas.openxmlformats.org/officeDocument/2006/relationships/image" Target="../media/image51.jpg"/><Relationship Id="rId58" Type="http://schemas.openxmlformats.org/officeDocument/2006/relationships/image" Target="../media/image52.png"/><Relationship Id="rId59" Type="http://schemas.openxmlformats.org/officeDocument/2006/relationships/image" Target="../media/image53.png"/><Relationship Id="rId60" Type="http://schemas.openxmlformats.org/officeDocument/2006/relationships/image" Target="../media/image54.png"/><Relationship Id="rId61" Type="http://schemas.openxmlformats.org/officeDocument/2006/relationships/image" Target="../media/image55.png"/><Relationship Id="rId62" Type="http://schemas.openxmlformats.org/officeDocument/2006/relationships/image" Target="../media/image56.jpg"/><Relationship Id="rId63" Type="http://schemas.openxmlformats.org/officeDocument/2006/relationships/image" Target="../media/image57.png"/><Relationship Id="rId64" Type="http://schemas.openxmlformats.org/officeDocument/2006/relationships/image" Target="../media/image58.png"/><Relationship Id="rId65" Type="http://schemas.openxmlformats.org/officeDocument/2006/relationships/image" Target="../media/image59.png"/><Relationship Id="rId66" Type="http://schemas.openxmlformats.org/officeDocument/2006/relationships/image" Target="../media/image60.png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41408" y="3735598"/>
            <a:ext cx="2456921" cy="219341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323118" y="2791212"/>
            <a:ext cx="2481308" cy="865179"/>
          </a:xfrm>
          <a:prstGeom prst="rect">
            <a:avLst/>
          </a:prstGeom>
        </p:spPr>
      </p:pic>
      <p:sp>
        <p:nvSpPr>
          <p:cNvPr id="18" name="bg object 18"/>
          <p:cNvSpPr/>
          <p:nvPr/>
        </p:nvSpPr>
        <p:spPr>
          <a:xfrm>
            <a:off x="8742494" y="3788910"/>
            <a:ext cx="594995" cy="0"/>
          </a:xfrm>
          <a:custGeom>
            <a:avLst/>
            <a:gdLst/>
            <a:ahLst/>
            <a:cxnLst/>
            <a:rect l="l" t="t" r="r" b="b"/>
            <a:pathLst>
              <a:path w="594995" h="0">
                <a:moveTo>
                  <a:pt x="0" y="0"/>
                </a:moveTo>
                <a:lnTo>
                  <a:pt x="594416" y="0"/>
                </a:lnTo>
              </a:path>
            </a:pathLst>
          </a:custGeom>
          <a:ln w="15232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9" name="bg object 19"/>
          <p:cNvSpPr/>
          <p:nvPr/>
        </p:nvSpPr>
        <p:spPr>
          <a:xfrm>
            <a:off x="8718108" y="3600033"/>
            <a:ext cx="619125" cy="0"/>
          </a:xfrm>
          <a:custGeom>
            <a:avLst/>
            <a:gdLst/>
            <a:ahLst/>
            <a:cxnLst/>
            <a:rect l="l" t="t" r="r" b="b"/>
            <a:pathLst>
              <a:path w="619125" h="0">
                <a:moveTo>
                  <a:pt x="0" y="0"/>
                </a:moveTo>
                <a:lnTo>
                  <a:pt x="618802" y="0"/>
                </a:lnTo>
              </a:path>
            </a:pathLst>
          </a:custGeom>
          <a:ln w="15232">
            <a:solidFill>
              <a:srgbClr val="138387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0" name="bg object 20"/>
          <p:cNvSpPr/>
          <p:nvPr/>
        </p:nvSpPr>
        <p:spPr>
          <a:xfrm>
            <a:off x="8724205" y="3228371"/>
            <a:ext cx="875030" cy="0"/>
          </a:xfrm>
          <a:custGeom>
            <a:avLst/>
            <a:gdLst/>
            <a:ahLst/>
            <a:cxnLst/>
            <a:rect l="l" t="t" r="r" b="b"/>
            <a:pathLst>
              <a:path w="875029" h="0">
                <a:moveTo>
                  <a:pt x="0" y="0"/>
                </a:moveTo>
                <a:lnTo>
                  <a:pt x="874859" y="0"/>
                </a:lnTo>
              </a:path>
            </a:pathLst>
          </a:custGeom>
          <a:ln w="15232">
            <a:solidFill>
              <a:srgbClr val="0F839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1" name="bg object 21"/>
          <p:cNvSpPr/>
          <p:nvPr/>
        </p:nvSpPr>
        <p:spPr>
          <a:xfrm>
            <a:off x="8724205" y="2844524"/>
            <a:ext cx="1362710" cy="0"/>
          </a:xfrm>
          <a:custGeom>
            <a:avLst/>
            <a:gdLst/>
            <a:ahLst/>
            <a:cxnLst/>
            <a:rect l="l" t="t" r="r" b="b"/>
            <a:pathLst>
              <a:path w="1362709" h="0">
                <a:moveTo>
                  <a:pt x="0" y="0"/>
                </a:moveTo>
                <a:lnTo>
                  <a:pt x="1362585" y="0"/>
                </a:lnTo>
              </a:path>
            </a:pathLst>
          </a:custGeom>
          <a:ln w="15232">
            <a:solidFill>
              <a:srgbClr val="DB573B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2" name="bg object 22"/>
          <p:cNvSpPr/>
          <p:nvPr/>
        </p:nvSpPr>
        <p:spPr>
          <a:xfrm>
            <a:off x="3176318" y="2527698"/>
            <a:ext cx="1948180" cy="0"/>
          </a:xfrm>
          <a:custGeom>
            <a:avLst/>
            <a:gdLst/>
            <a:ahLst/>
            <a:cxnLst/>
            <a:rect l="l" t="t" r="r" b="b"/>
            <a:pathLst>
              <a:path w="1948179" h="0">
                <a:moveTo>
                  <a:pt x="0" y="0"/>
                </a:moveTo>
                <a:lnTo>
                  <a:pt x="1947857" y="0"/>
                </a:lnTo>
              </a:path>
            </a:pathLst>
          </a:custGeom>
          <a:ln w="27417">
            <a:solidFill>
              <a:srgbClr val="D85B3F"/>
            </a:solidFill>
          </a:ln>
        </p:spPr>
        <p:txBody>
          <a:bodyPr wrap="square" lIns="0" tIns="0" rIns="0" bIns="0" rtlCol="0"/>
          <a:lstStyle/>
          <a:p/>
        </p:txBody>
      </p:sp>
      <p:pic>
        <p:nvPicPr>
          <p:cNvPr id="23" name="bg object 23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3255573" y="5124758"/>
            <a:ext cx="499919" cy="463053"/>
          </a:xfrm>
          <a:prstGeom prst="rect">
            <a:avLst/>
          </a:prstGeom>
        </p:spPr>
      </p:pic>
      <p:pic>
        <p:nvPicPr>
          <p:cNvPr id="24" name="bg object 24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34124" y="1511721"/>
            <a:ext cx="432857" cy="67020"/>
          </a:xfrm>
          <a:prstGeom prst="rect">
            <a:avLst/>
          </a:prstGeom>
        </p:spPr>
      </p:pic>
      <p:pic>
        <p:nvPicPr>
          <p:cNvPr id="25" name="bg object 25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8937585" y="914626"/>
            <a:ext cx="18289" cy="213248"/>
          </a:xfrm>
          <a:prstGeom prst="rect">
            <a:avLst/>
          </a:prstGeom>
        </p:spPr>
      </p:pic>
      <p:pic>
        <p:nvPicPr>
          <p:cNvPr id="26" name="bg object 26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2804426" y="1511721"/>
            <a:ext cx="457243" cy="54835"/>
          </a:xfrm>
          <a:prstGeom prst="rect">
            <a:avLst/>
          </a:prstGeom>
        </p:spPr>
      </p:pic>
      <p:pic>
        <p:nvPicPr>
          <p:cNvPr id="27" name="bg object 27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5474728" y="1511721"/>
            <a:ext cx="408470" cy="54835"/>
          </a:xfrm>
          <a:prstGeom prst="rect">
            <a:avLst/>
          </a:prstGeom>
        </p:spPr>
      </p:pic>
      <p:pic>
        <p:nvPicPr>
          <p:cNvPr id="28" name="bg object 28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8065773" y="2121002"/>
            <a:ext cx="1286377" cy="103577"/>
          </a:xfrm>
          <a:prstGeom prst="rect">
            <a:avLst/>
          </a:prstGeom>
        </p:spPr>
      </p:pic>
      <p:pic>
        <p:nvPicPr>
          <p:cNvPr id="29" name="bg object 29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8017000" y="4582498"/>
            <a:ext cx="1097384" cy="103577"/>
          </a:xfrm>
          <a:prstGeom prst="rect">
            <a:avLst/>
          </a:prstGeom>
        </p:spPr>
      </p:pic>
      <p:pic>
        <p:nvPicPr>
          <p:cNvPr id="30" name="bg object 30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6364828" y="2852140"/>
            <a:ext cx="161559" cy="194969"/>
          </a:xfrm>
          <a:prstGeom prst="rect">
            <a:avLst/>
          </a:prstGeom>
        </p:spPr>
      </p:pic>
      <p:pic>
        <p:nvPicPr>
          <p:cNvPr id="31" name="bg object 31"/>
          <p:cNvPicPr/>
          <p:nvPr/>
        </p:nvPicPr>
        <p:blipFill>
          <a:blip r:embed="rId17" cstate="print"/>
          <a:stretch>
            <a:fillRect/>
          </a:stretch>
        </p:blipFill>
        <p:spPr>
          <a:xfrm>
            <a:off x="8565694" y="2970950"/>
            <a:ext cx="1722283" cy="88345"/>
          </a:xfrm>
          <a:prstGeom prst="rect">
            <a:avLst/>
          </a:prstGeom>
        </p:spPr>
      </p:pic>
      <p:pic>
        <p:nvPicPr>
          <p:cNvPr id="32" name="bg object 32"/>
          <p:cNvPicPr/>
          <p:nvPr/>
        </p:nvPicPr>
        <p:blipFill>
          <a:blip r:embed="rId18" cstate="print"/>
          <a:stretch>
            <a:fillRect/>
          </a:stretch>
        </p:blipFill>
        <p:spPr>
          <a:xfrm>
            <a:off x="10394667" y="3001413"/>
            <a:ext cx="173752" cy="51788"/>
          </a:xfrm>
          <a:prstGeom prst="rect">
            <a:avLst/>
          </a:prstGeom>
        </p:spPr>
      </p:pic>
      <p:pic>
        <p:nvPicPr>
          <p:cNvPr id="33" name="bg object 33"/>
          <p:cNvPicPr/>
          <p:nvPr/>
        </p:nvPicPr>
        <p:blipFill>
          <a:blip r:embed="rId19" cstate="print"/>
          <a:stretch>
            <a:fillRect/>
          </a:stretch>
        </p:blipFill>
        <p:spPr>
          <a:xfrm>
            <a:off x="8577887" y="3159827"/>
            <a:ext cx="1216267" cy="94438"/>
          </a:xfrm>
          <a:prstGeom prst="rect">
            <a:avLst/>
          </a:prstGeom>
        </p:spPr>
      </p:pic>
      <p:pic>
        <p:nvPicPr>
          <p:cNvPr id="34" name="bg object 34"/>
          <p:cNvPicPr/>
          <p:nvPr/>
        </p:nvPicPr>
        <p:blipFill>
          <a:blip r:embed="rId20" cstate="print"/>
          <a:stretch>
            <a:fillRect/>
          </a:stretch>
        </p:blipFill>
        <p:spPr>
          <a:xfrm>
            <a:off x="10400764" y="3193337"/>
            <a:ext cx="167655" cy="115763"/>
          </a:xfrm>
          <a:prstGeom prst="rect">
            <a:avLst/>
          </a:prstGeom>
        </p:spPr>
      </p:pic>
      <p:pic>
        <p:nvPicPr>
          <p:cNvPr id="35" name="bg object 35"/>
          <p:cNvPicPr/>
          <p:nvPr/>
        </p:nvPicPr>
        <p:blipFill>
          <a:blip r:embed="rId21" cstate="print"/>
          <a:stretch>
            <a:fillRect/>
          </a:stretch>
        </p:blipFill>
        <p:spPr>
          <a:xfrm>
            <a:off x="8583983" y="3348704"/>
            <a:ext cx="990694" cy="88345"/>
          </a:xfrm>
          <a:prstGeom prst="rect">
            <a:avLst/>
          </a:prstGeom>
        </p:spPr>
      </p:pic>
      <p:pic>
        <p:nvPicPr>
          <p:cNvPr id="36" name="bg object 36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10394667" y="3379167"/>
            <a:ext cx="173752" cy="51788"/>
          </a:xfrm>
          <a:prstGeom prst="rect">
            <a:avLst/>
          </a:prstGeom>
        </p:spPr>
      </p:pic>
      <p:pic>
        <p:nvPicPr>
          <p:cNvPr id="37" name="bg object 37"/>
          <p:cNvPicPr/>
          <p:nvPr/>
        </p:nvPicPr>
        <p:blipFill>
          <a:blip r:embed="rId23" cstate="print"/>
          <a:stretch>
            <a:fillRect/>
          </a:stretch>
        </p:blipFill>
        <p:spPr>
          <a:xfrm>
            <a:off x="8565694" y="3537581"/>
            <a:ext cx="966307" cy="88345"/>
          </a:xfrm>
          <a:prstGeom prst="rect">
            <a:avLst/>
          </a:prstGeom>
        </p:spPr>
      </p:pic>
      <p:pic>
        <p:nvPicPr>
          <p:cNvPr id="38" name="bg object 38"/>
          <p:cNvPicPr/>
          <p:nvPr/>
        </p:nvPicPr>
        <p:blipFill>
          <a:blip r:embed="rId24" cstate="print"/>
          <a:stretch>
            <a:fillRect/>
          </a:stretch>
        </p:blipFill>
        <p:spPr>
          <a:xfrm>
            <a:off x="10406861" y="3568045"/>
            <a:ext cx="161559" cy="51788"/>
          </a:xfrm>
          <a:prstGeom prst="rect">
            <a:avLst/>
          </a:prstGeom>
        </p:spPr>
      </p:pic>
      <p:pic>
        <p:nvPicPr>
          <p:cNvPr id="39" name="bg object 39"/>
          <p:cNvPicPr/>
          <p:nvPr/>
        </p:nvPicPr>
        <p:blipFill>
          <a:blip r:embed="rId25" cstate="print"/>
          <a:stretch>
            <a:fillRect/>
          </a:stretch>
        </p:blipFill>
        <p:spPr>
          <a:xfrm>
            <a:off x="8577887" y="3726458"/>
            <a:ext cx="954114" cy="88345"/>
          </a:xfrm>
          <a:prstGeom prst="rect">
            <a:avLst/>
          </a:prstGeom>
        </p:spPr>
      </p:pic>
      <p:pic>
        <p:nvPicPr>
          <p:cNvPr id="40" name="bg object 40"/>
          <p:cNvPicPr/>
          <p:nvPr/>
        </p:nvPicPr>
        <p:blipFill>
          <a:blip r:embed="rId26" cstate="print"/>
          <a:stretch>
            <a:fillRect/>
          </a:stretch>
        </p:blipFill>
        <p:spPr>
          <a:xfrm>
            <a:off x="10406861" y="3756923"/>
            <a:ext cx="161559" cy="51788"/>
          </a:xfrm>
          <a:prstGeom prst="rect">
            <a:avLst/>
          </a:prstGeom>
        </p:spPr>
      </p:pic>
      <p:pic>
        <p:nvPicPr>
          <p:cNvPr id="41" name="bg object 41"/>
          <p:cNvPicPr/>
          <p:nvPr/>
        </p:nvPicPr>
        <p:blipFill>
          <a:blip r:embed="rId27" cstate="print"/>
          <a:stretch>
            <a:fillRect/>
          </a:stretch>
        </p:blipFill>
        <p:spPr>
          <a:xfrm>
            <a:off x="8132837" y="5024227"/>
            <a:ext cx="417615" cy="76160"/>
          </a:xfrm>
          <a:prstGeom prst="rect">
            <a:avLst/>
          </a:prstGeom>
        </p:spPr>
      </p:pic>
      <p:pic>
        <p:nvPicPr>
          <p:cNvPr id="42" name="bg object 42"/>
          <p:cNvPicPr/>
          <p:nvPr/>
        </p:nvPicPr>
        <p:blipFill>
          <a:blip r:embed="rId28" cstate="print"/>
          <a:stretch>
            <a:fillRect/>
          </a:stretch>
        </p:blipFill>
        <p:spPr>
          <a:xfrm>
            <a:off x="7639012" y="5359331"/>
            <a:ext cx="149366" cy="112717"/>
          </a:xfrm>
          <a:prstGeom prst="rect">
            <a:avLst/>
          </a:prstGeom>
        </p:spPr>
      </p:pic>
      <p:pic>
        <p:nvPicPr>
          <p:cNvPr id="43" name="bg object 43"/>
          <p:cNvPicPr/>
          <p:nvPr/>
        </p:nvPicPr>
        <p:blipFill>
          <a:blip r:embed="rId29" cstate="print"/>
          <a:stretch>
            <a:fillRect/>
          </a:stretch>
        </p:blipFill>
        <p:spPr>
          <a:xfrm>
            <a:off x="9797202" y="5365424"/>
            <a:ext cx="173752" cy="106624"/>
          </a:xfrm>
          <a:prstGeom prst="rect">
            <a:avLst/>
          </a:prstGeom>
        </p:spPr>
      </p:pic>
      <p:pic>
        <p:nvPicPr>
          <p:cNvPr id="44" name="bg object 44"/>
          <p:cNvPicPr/>
          <p:nvPr/>
        </p:nvPicPr>
        <p:blipFill>
          <a:blip r:embed="rId30" cstate="print"/>
          <a:stretch>
            <a:fillRect/>
          </a:stretch>
        </p:blipFill>
        <p:spPr>
          <a:xfrm>
            <a:off x="2987324" y="4981577"/>
            <a:ext cx="978500" cy="648884"/>
          </a:xfrm>
          <a:prstGeom prst="rect">
            <a:avLst/>
          </a:prstGeom>
        </p:spPr>
      </p:pic>
      <p:pic>
        <p:nvPicPr>
          <p:cNvPr id="45" name="bg object 45"/>
          <p:cNvPicPr/>
          <p:nvPr/>
        </p:nvPicPr>
        <p:blipFill>
          <a:blip r:embed="rId31" cstate="print"/>
          <a:stretch>
            <a:fillRect/>
          </a:stretch>
        </p:blipFill>
        <p:spPr>
          <a:xfrm>
            <a:off x="1085191" y="5274033"/>
            <a:ext cx="417615" cy="423450"/>
          </a:xfrm>
          <a:prstGeom prst="rect">
            <a:avLst/>
          </a:prstGeom>
        </p:spPr>
      </p:pic>
      <p:pic>
        <p:nvPicPr>
          <p:cNvPr id="46" name="bg object 46"/>
          <p:cNvPicPr/>
          <p:nvPr/>
        </p:nvPicPr>
        <p:blipFill>
          <a:blip r:embed="rId32" cstate="print"/>
          <a:stretch>
            <a:fillRect/>
          </a:stretch>
        </p:blipFill>
        <p:spPr>
          <a:xfrm>
            <a:off x="5358893" y="5700529"/>
            <a:ext cx="435905" cy="118809"/>
          </a:xfrm>
          <a:prstGeom prst="rect">
            <a:avLst/>
          </a:prstGeom>
        </p:spPr>
      </p:pic>
      <p:pic>
        <p:nvPicPr>
          <p:cNvPr id="47" name="bg object 47"/>
          <p:cNvPicPr/>
          <p:nvPr/>
        </p:nvPicPr>
        <p:blipFill>
          <a:blip r:embed="rId33" cstate="print"/>
          <a:stretch>
            <a:fillRect/>
          </a:stretch>
        </p:blipFill>
        <p:spPr>
          <a:xfrm>
            <a:off x="8132837" y="5700529"/>
            <a:ext cx="435905" cy="57881"/>
          </a:xfrm>
          <a:prstGeom prst="rect">
            <a:avLst/>
          </a:prstGeom>
        </p:spPr>
      </p:pic>
      <p:pic>
        <p:nvPicPr>
          <p:cNvPr id="48" name="bg object 48"/>
          <p:cNvPicPr/>
          <p:nvPr/>
        </p:nvPicPr>
        <p:blipFill>
          <a:blip r:embed="rId34" cstate="print"/>
          <a:stretch>
            <a:fillRect/>
          </a:stretch>
        </p:blipFill>
        <p:spPr>
          <a:xfrm>
            <a:off x="9797202" y="6035634"/>
            <a:ext cx="173752" cy="106624"/>
          </a:xfrm>
          <a:prstGeom prst="rect">
            <a:avLst/>
          </a:prstGeom>
        </p:spPr>
      </p:pic>
      <p:pic>
        <p:nvPicPr>
          <p:cNvPr id="49" name="bg object 49"/>
          <p:cNvPicPr/>
          <p:nvPr/>
        </p:nvPicPr>
        <p:blipFill>
          <a:blip r:embed="rId35" cstate="print"/>
          <a:stretch>
            <a:fillRect/>
          </a:stretch>
        </p:blipFill>
        <p:spPr>
          <a:xfrm>
            <a:off x="2639819" y="6303717"/>
            <a:ext cx="643189" cy="51788"/>
          </a:xfrm>
          <a:prstGeom prst="rect">
            <a:avLst/>
          </a:prstGeom>
        </p:spPr>
      </p:pic>
      <p:pic>
        <p:nvPicPr>
          <p:cNvPr id="50" name="bg object 50"/>
          <p:cNvPicPr/>
          <p:nvPr/>
        </p:nvPicPr>
        <p:blipFill>
          <a:blip r:embed="rId36" cstate="print"/>
          <a:stretch>
            <a:fillRect/>
          </a:stretch>
        </p:blipFill>
        <p:spPr>
          <a:xfrm>
            <a:off x="9791105" y="6364646"/>
            <a:ext cx="179849" cy="63974"/>
          </a:xfrm>
          <a:prstGeom prst="rect">
            <a:avLst/>
          </a:prstGeom>
        </p:spPr>
      </p:pic>
      <p:pic>
        <p:nvPicPr>
          <p:cNvPr id="51" name="bg object 51"/>
          <p:cNvPicPr/>
          <p:nvPr/>
        </p:nvPicPr>
        <p:blipFill>
          <a:blip r:embed="rId37" cstate="print"/>
          <a:stretch>
            <a:fillRect/>
          </a:stretch>
        </p:blipFill>
        <p:spPr>
          <a:xfrm>
            <a:off x="2633722" y="6407295"/>
            <a:ext cx="246911" cy="82252"/>
          </a:xfrm>
          <a:prstGeom prst="rect">
            <a:avLst/>
          </a:prstGeom>
        </p:spPr>
      </p:pic>
      <p:pic>
        <p:nvPicPr>
          <p:cNvPr id="52" name="bg object 52"/>
          <p:cNvPicPr/>
          <p:nvPr/>
        </p:nvPicPr>
        <p:blipFill>
          <a:blip r:embed="rId38" cstate="print"/>
          <a:stretch>
            <a:fillRect/>
          </a:stretch>
        </p:blipFill>
        <p:spPr>
          <a:xfrm>
            <a:off x="3859134" y="6407295"/>
            <a:ext cx="484678" cy="76160"/>
          </a:xfrm>
          <a:prstGeom prst="rect">
            <a:avLst/>
          </a:prstGeom>
        </p:spPr>
      </p:pic>
      <p:pic>
        <p:nvPicPr>
          <p:cNvPr id="53" name="bg object 53"/>
          <p:cNvPicPr/>
          <p:nvPr/>
        </p:nvPicPr>
        <p:blipFill>
          <a:blip r:embed="rId39" cstate="print"/>
          <a:stretch>
            <a:fillRect/>
          </a:stretch>
        </p:blipFill>
        <p:spPr>
          <a:xfrm>
            <a:off x="8151126" y="1511721"/>
            <a:ext cx="640140" cy="63974"/>
          </a:xfrm>
          <a:prstGeom prst="rect">
            <a:avLst/>
          </a:prstGeom>
        </p:spPr>
      </p:pic>
      <p:pic>
        <p:nvPicPr>
          <p:cNvPr id="54" name="bg object 54"/>
          <p:cNvPicPr/>
          <p:nvPr/>
        </p:nvPicPr>
        <p:blipFill>
          <a:blip r:embed="rId40" cstate="print"/>
          <a:stretch>
            <a:fillRect/>
          </a:stretch>
        </p:blipFill>
        <p:spPr>
          <a:xfrm>
            <a:off x="5011388" y="2413458"/>
            <a:ext cx="313973" cy="85299"/>
          </a:xfrm>
          <a:prstGeom prst="rect">
            <a:avLst/>
          </a:prstGeom>
        </p:spPr>
      </p:pic>
      <p:pic>
        <p:nvPicPr>
          <p:cNvPr id="55" name="bg object 55"/>
          <p:cNvPicPr/>
          <p:nvPr/>
        </p:nvPicPr>
        <p:blipFill>
          <a:blip r:embed="rId41" cstate="print"/>
          <a:stretch>
            <a:fillRect/>
          </a:stretch>
        </p:blipFill>
        <p:spPr>
          <a:xfrm>
            <a:off x="3158027" y="2428689"/>
            <a:ext cx="313973" cy="63974"/>
          </a:xfrm>
          <a:prstGeom prst="rect">
            <a:avLst/>
          </a:prstGeom>
        </p:spPr>
      </p:pic>
      <p:pic>
        <p:nvPicPr>
          <p:cNvPr id="56" name="bg object 56"/>
          <p:cNvPicPr/>
          <p:nvPr/>
        </p:nvPicPr>
        <p:blipFill>
          <a:blip r:embed="rId42" cstate="print"/>
          <a:stretch>
            <a:fillRect/>
          </a:stretch>
        </p:blipFill>
        <p:spPr>
          <a:xfrm>
            <a:off x="5011388" y="2769886"/>
            <a:ext cx="313973" cy="88345"/>
          </a:xfrm>
          <a:prstGeom prst="rect">
            <a:avLst/>
          </a:prstGeom>
        </p:spPr>
      </p:pic>
      <p:pic>
        <p:nvPicPr>
          <p:cNvPr id="57" name="bg object 57"/>
          <p:cNvPicPr/>
          <p:nvPr/>
        </p:nvPicPr>
        <p:blipFill>
          <a:blip r:embed="rId43" cstate="print"/>
          <a:stretch>
            <a:fillRect/>
          </a:stretch>
        </p:blipFill>
        <p:spPr>
          <a:xfrm>
            <a:off x="8687625" y="2782073"/>
            <a:ext cx="1600352" cy="88345"/>
          </a:xfrm>
          <a:prstGeom prst="rect">
            <a:avLst/>
          </a:prstGeom>
        </p:spPr>
      </p:pic>
      <p:pic>
        <p:nvPicPr>
          <p:cNvPr id="58" name="bg object 58"/>
          <p:cNvPicPr/>
          <p:nvPr/>
        </p:nvPicPr>
        <p:blipFill>
          <a:blip r:embed="rId44" cstate="print"/>
          <a:stretch>
            <a:fillRect/>
          </a:stretch>
        </p:blipFill>
        <p:spPr>
          <a:xfrm>
            <a:off x="3158027" y="2788165"/>
            <a:ext cx="1569869" cy="130995"/>
          </a:xfrm>
          <a:prstGeom prst="rect">
            <a:avLst/>
          </a:prstGeom>
        </p:spPr>
      </p:pic>
      <p:pic>
        <p:nvPicPr>
          <p:cNvPr id="59" name="bg object 59"/>
          <p:cNvPicPr/>
          <p:nvPr/>
        </p:nvPicPr>
        <p:blipFill>
          <a:blip r:embed="rId45" cstate="print"/>
          <a:stretch>
            <a:fillRect/>
          </a:stretch>
        </p:blipFill>
        <p:spPr>
          <a:xfrm>
            <a:off x="5023581" y="3129362"/>
            <a:ext cx="301780" cy="88345"/>
          </a:xfrm>
          <a:prstGeom prst="rect">
            <a:avLst/>
          </a:prstGeom>
        </p:spPr>
      </p:pic>
      <p:pic>
        <p:nvPicPr>
          <p:cNvPr id="60" name="bg object 60"/>
          <p:cNvPicPr/>
          <p:nvPr/>
        </p:nvPicPr>
        <p:blipFill>
          <a:blip r:embed="rId46" cstate="print"/>
          <a:stretch>
            <a:fillRect/>
          </a:stretch>
        </p:blipFill>
        <p:spPr>
          <a:xfrm>
            <a:off x="3158027" y="3153733"/>
            <a:ext cx="1143108" cy="124902"/>
          </a:xfrm>
          <a:prstGeom prst="rect">
            <a:avLst/>
          </a:prstGeom>
        </p:spPr>
      </p:pic>
      <p:pic>
        <p:nvPicPr>
          <p:cNvPr id="61" name="bg object 61"/>
          <p:cNvPicPr/>
          <p:nvPr/>
        </p:nvPicPr>
        <p:blipFill>
          <a:blip r:embed="rId47" cstate="print"/>
          <a:stretch>
            <a:fillRect/>
          </a:stretch>
        </p:blipFill>
        <p:spPr>
          <a:xfrm>
            <a:off x="6090483" y="3172012"/>
            <a:ext cx="185945" cy="124902"/>
          </a:xfrm>
          <a:prstGeom prst="rect">
            <a:avLst/>
          </a:prstGeom>
        </p:spPr>
      </p:pic>
      <p:pic>
        <p:nvPicPr>
          <p:cNvPr id="62" name="bg object 62"/>
          <p:cNvPicPr/>
          <p:nvPr/>
        </p:nvPicPr>
        <p:blipFill>
          <a:blip r:embed="rId48" cstate="print"/>
          <a:stretch>
            <a:fillRect/>
          </a:stretch>
        </p:blipFill>
        <p:spPr>
          <a:xfrm>
            <a:off x="5017484" y="3488838"/>
            <a:ext cx="307877" cy="88345"/>
          </a:xfrm>
          <a:prstGeom prst="rect">
            <a:avLst/>
          </a:prstGeom>
        </p:spPr>
      </p:pic>
      <p:pic>
        <p:nvPicPr>
          <p:cNvPr id="63" name="bg object 63"/>
          <p:cNvPicPr/>
          <p:nvPr/>
        </p:nvPicPr>
        <p:blipFill>
          <a:blip r:embed="rId49" cstate="print"/>
          <a:stretch>
            <a:fillRect/>
          </a:stretch>
        </p:blipFill>
        <p:spPr>
          <a:xfrm>
            <a:off x="3158027" y="3513209"/>
            <a:ext cx="923631" cy="124902"/>
          </a:xfrm>
          <a:prstGeom prst="rect">
            <a:avLst/>
          </a:prstGeom>
        </p:spPr>
      </p:pic>
      <p:pic>
        <p:nvPicPr>
          <p:cNvPr id="64" name="bg object 64"/>
          <p:cNvPicPr/>
          <p:nvPr/>
        </p:nvPicPr>
        <p:blipFill>
          <a:blip r:embed="rId50" cstate="print"/>
          <a:stretch>
            <a:fillRect/>
          </a:stretch>
        </p:blipFill>
        <p:spPr>
          <a:xfrm>
            <a:off x="5358893" y="5024227"/>
            <a:ext cx="423712" cy="106624"/>
          </a:xfrm>
          <a:prstGeom prst="rect">
            <a:avLst/>
          </a:prstGeom>
        </p:spPr>
      </p:pic>
      <p:pic>
        <p:nvPicPr>
          <p:cNvPr id="65" name="bg object 65"/>
          <p:cNvPicPr/>
          <p:nvPr/>
        </p:nvPicPr>
        <p:blipFill>
          <a:blip r:embed="rId51" cstate="print"/>
          <a:stretch>
            <a:fillRect/>
          </a:stretch>
        </p:blipFill>
        <p:spPr>
          <a:xfrm>
            <a:off x="7072031" y="5024227"/>
            <a:ext cx="161559" cy="112717"/>
          </a:xfrm>
          <a:prstGeom prst="rect">
            <a:avLst/>
          </a:prstGeom>
        </p:spPr>
      </p:pic>
      <p:pic>
        <p:nvPicPr>
          <p:cNvPr id="66" name="bg object 66"/>
          <p:cNvPicPr/>
          <p:nvPr/>
        </p:nvPicPr>
        <p:blipFill>
          <a:blip r:embed="rId52" cstate="print"/>
          <a:stretch>
            <a:fillRect/>
          </a:stretch>
        </p:blipFill>
        <p:spPr>
          <a:xfrm>
            <a:off x="7639012" y="5024227"/>
            <a:ext cx="149366" cy="112717"/>
          </a:xfrm>
          <a:prstGeom prst="rect">
            <a:avLst/>
          </a:prstGeom>
        </p:spPr>
      </p:pic>
      <p:pic>
        <p:nvPicPr>
          <p:cNvPr id="67" name="bg object 67"/>
          <p:cNvPicPr/>
          <p:nvPr/>
        </p:nvPicPr>
        <p:blipFill>
          <a:blip r:embed="rId53" cstate="print"/>
          <a:stretch>
            <a:fillRect/>
          </a:stretch>
        </p:blipFill>
        <p:spPr>
          <a:xfrm>
            <a:off x="9797202" y="5030320"/>
            <a:ext cx="173752" cy="51788"/>
          </a:xfrm>
          <a:prstGeom prst="rect">
            <a:avLst/>
          </a:prstGeom>
        </p:spPr>
      </p:pic>
      <p:pic>
        <p:nvPicPr>
          <p:cNvPr id="68" name="bg object 68"/>
          <p:cNvPicPr/>
          <p:nvPr/>
        </p:nvPicPr>
        <p:blipFill>
          <a:blip r:embed="rId54" cstate="print"/>
          <a:stretch>
            <a:fillRect/>
          </a:stretch>
        </p:blipFill>
        <p:spPr>
          <a:xfrm>
            <a:off x="5352796" y="5359331"/>
            <a:ext cx="429808" cy="76160"/>
          </a:xfrm>
          <a:prstGeom prst="rect">
            <a:avLst/>
          </a:prstGeom>
        </p:spPr>
      </p:pic>
      <p:pic>
        <p:nvPicPr>
          <p:cNvPr id="69" name="bg object 69"/>
          <p:cNvPicPr/>
          <p:nvPr/>
        </p:nvPicPr>
        <p:blipFill>
          <a:blip r:embed="rId55" cstate="print"/>
          <a:stretch>
            <a:fillRect/>
          </a:stretch>
        </p:blipFill>
        <p:spPr>
          <a:xfrm>
            <a:off x="8138933" y="5359331"/>
            <a:ext cx="411519" cy="63974"/>
          </a:xfrm>
          <a:prstGeom prst="rect">
            <a:avLst/>
          </a:prstGeom>
        </p:spPr>
      </p:pic>
      <p:pic>
        <p:nvPicPr>
          <p:cNvPr id="70" name="bg object 70"/>
          <p:cNvPicPr/>
          <p:nvPr/>
        </p:nvPicPr>
        <p:blipFill>
          <a:blip r:embed="rId56" cstate="print"/>
          <a:stretch>
            <a:fillRect/>
          </a:stretch>
        </p:blipFill>
        <p:spPr>
          <a:xfrm>
            <a:off x="7072031" y="5700529"/>
            <a:ext cx="161559" cy="106624"/>
          </a:xfrm>
          <a:prstGeom prst="rect">
            <a:avLst/>
          </a:prstGeom>
        </p:spPr>
      </p:pic>
      <p:pic>
        <p:nvPicPr>
          <p:cNvPr id="71" name="bg object 71"/>
          <p:cNvPicPr/>
          <p:nvPr/>
        </p:nvPicPr>
        <p:blipFill>
          <a:blip r:embed="rId57" cstate="print"/>
          <a:stretch>
            <a:fillRect/>
          </a:stretch>
        </p:blipFill>
        <p:spPr>
          <a:xfrm>
            <a:off x="7632917" y="5700529"/>
            <a:ext cx="155462" cy="106624"/>
          </a:xfrm>
          <a:prstGeom prst="rect">
            <a:avLst/>
          </a:prstGeom>
        </p:spPr>
      </p:pic>
      <p:pic>
        <p:nvPicPr>
          <p:cNvPr id="72" name="bg object 72"/>
          <p:cNvPicPr/>
          <p:nvPr/>
        </p:nvPicPr>
        <p:blipFill>
          <a:blip r:embed="rId58" cstate="print"/>
          <a:stretch>
            <a:fillRect/>
          </a:stretch>
        </p:blipFill>
        <p:spPr>
          <a:xfrm>
            <a:off x="9797202" y="5700529"/>
            <a:ext cx="173752" cy="57881"/>
          </a:xfrm>
          <a:prstGeom prst="rect">
            <a:avLst/>
          </a:prstGeom>
        </p:spPr>
      </p:pic>
      <p:pic>
        <p:nvPicPr>
          <p:cNvPr id="73" name="bg object 73"/>
          <p:cNvPicPr/>
          <p:nvPr/>
        </p:nvPicPr>
        <p:blipFill>
          <a:blip r:embed="rId59" cstate="print"/>
          <a:stretch>
            <a:fillRect/>
          </a:stretch>
        </p:blipFill>
        <p:spPr>
          <a:xfrm>
            <a:off x="5346700" y="6035634"/>
            <a:ext cx="448098" cy="100531"/>
          </a:xfrm>
          <a:prstGeom prst="rect">
            <a:avLst/>
          </a:prstGeom>
        </p:spPr>
      </p:pic>
      <p:pic>
        <p:nvPicPr>
          <p:cNvPr id="74" name="bg object 74"/>
          <p:cNvPicPr/>
          <p:nvPr/>
        </p:nvPicPr>
        <p:blipFill>
          <a:blip r:embed="rId60" cstate="print"/>
          <a:stretch>
            <a:fillRect/>
          </a:stretch>
        </p:blipFill>
        <p:spPr>
          <a:xfrm>
            <a:off x="7632917" y="6035634"/>
            <a:ext cx="155462" cy="106624"/>
          </a:xfrm>
          <a:prstGeom prst="rect">
            <a:avLst/>
          </a:prstGeom>
        </p:spPr>
      </p:pic>
      <p:pic>
        <p:nvPicPr>
          <p:cNvPr id="75" name="bg object 75"/>
          <p:cNvPicPr/>
          <p:nvPr/>
        </p:nvPicPr>
        <p:blipFill>
          <a:blip r:embed="rId61" cstate="print"/>
          <a:stretch>
            <a:fillRect/>
          </a:stretch>
        </p:blipFill>
        <p:spPr>
          <a:xfrm>
            <a:off x="8120643" y="6035634"/>
            <a:ext cx="442002" cy="76160"/>
          </a:xfrm>
          <a:prstGeom prst="rect">
            <a:avLst/>
          </a:prstGeom>
        </p:spPr>
      </p:pic>
      <p:pic>
        <p:nvPicPr>
          <p:cNvPr id="76" name="bg object 76"/>
          <p:cNvPicPr/>
          <p:nvPr/>
        </p:nvPicPr>
        <p:blipFill>
          <a:blip r:embed="rId62" cstate="print"/>
          <a:stretch>
            <a:fillRect/>
          </a:stretch>
        </p:blipFill>
        <p:spPr>
          <a:xfrm>
            <a:off x="115835" y="6261068"/>
            <a:ext cx="783410" cy="319872"/>
          </a:xfrm>
          <a:prstGeom prst="rect">
            <a:avLst/>
          </a:prstGeom>
        </p:spPr>
      </p:pic>
      <p:pic>
        <p:nvPicPr>
          <p:cNvPr id="77" name="bg object 77"/>
          <p:cNvPicPr/>
          <p:nvPr/>
        </p:nvPicPr>
        <p:blipFill>
          <a:blip r:embed="rId63" cstate="print"/>
          <a:stretch>
            <a:fillRect/>
          </a:stretch>
        </p:blipFill>
        <p:spPr>
          <a:xfrm>
            <a:off x="5425955" y="6364646"/>
            <a:ext cx="347504" cy="112717"/>
          </a:xfrm>
          <a:prstGeom prst="rect">
            <a:avLst/>
          </a:prstGeom>
        </p:spPr>
      </p:pic>
      <p:pic>
        <p:nvPicPr>
          <p:cNvPr id="78" name="bg object 78"/>
          <p:cNvPicPr/>
          <p:nvPr/>
        </p:nvPicPr>
        <p:blipFill>
          <a:blip r:embed="rId64" cstate="print"/>
          <a:stretch>
            <a:fillRect/>
          </a:stretch>
        </p:blipFill>
        <p:spPr>
          <a:xfrm>
            <a:off x="7639012" y="6364646"/>
            <a:ext cx="149366" cy="57881"/>
          </a:xfrm>
          <a:prstGeom prst="rect">
            <a:avLst/>
          </a:prstGeom>
        </p:spPr>
      </p:pic>
      <p:pic>
        <p:nvPicPr>
          <p:cNvPr id="79" name="bg object 79"/>
          <p:cNvPicPr/>
          <p:nvPr/>
        </p:nvPicPr>
        <p:blipFill>
          <a:blip r:embed="rId65" cstate="print"/>
          <a:stretch>
            <a:fillRect/>
          </a:stretch>
        </p:blipFill>
        <p:spPr>
          <a:xfrm>
            <a:off x="8199898" y="6364646"/>
            <a:ext cx="362746" cy="57881"/>
          </a:xfrm>
          <a:prstGeom prst="rect">
            <a:avLst/>
          </a:prstGeom>
        </p:spPr>
      </p:pic>
      <p:pic>
        <p:nvPicPr>
          <p:cNvPr id="80" name="bg object 80"/>
          <p:cNvPicPr/>
          <p:nvPr/>
        </p:nvPicPr>
        <p:blipFill>
          <a:blip r:embed="rId66" cstate="print"/>
          <a:stretch>
            <a:fillRect/>
          </a:stretch>
        </p:blipFill>
        <p:spPr>
          <a:xfrm>
            <a:off x="1408309" y="6407295"/>
            <a:ext cx="234718" cy="7616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8278" y="974532"/>
            <a:ext cx="4280535" cy="3149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rgbClr val="111111"/>
                </a:solidFill>
                <a:latin typeface="Arial Black"/>
                <a:cs typeface="Arial Black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34670" y="1737995"/>
            <a:ext cx="9624060" cy="49872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3635756" y="7027545"/>
            <a:ext cx="3421888" cy="3778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534670" y="7027545"/>
            <a:ext cx="2459482" cy="3778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7699248" y="7027545"/>
            <a:ext cx="2459482" cy="3778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pc="-360">
                <a:solidFill>
                  <a:srgbClr val="1C1C1C"/>
                </a:solidFill>
              </a:rPr>
              <a:t>US</a:t>
            </a:r>
            <a:r>
              <a:rPr dirty="0" spc="30">
                <a:solidFill>
                  <a:srgbClr val="1C1C1C"/>
                </a:solidFill>
              </a:rPr>
              <a:t> </a:t>
            </a:r>
            <a:r>
              <a:rPr dirty="0" spc="-190"/>
              <a:t>filight</a:t>
            </a:r>
            <a:r>
              <a:rPr dirty="0" spc="-110"/>
              <a:t> </a:t>
            </a:r>
            <a:r>
              <a:rPr dirty="0" spc="-254"/>
              <a:t>Delays</a:t>
            </a:r>
            <a:r>
              <a:rPr dirty="0" spc="20"/>
              <a:t> </a:t>
            </a:r>
            <a:r>
              <a:rPr dirty="0" spc="-225"/>
              <a:t>and</a:t>
            </a:r>
            <a:r>
              <a:rPr dirty="0" spc="-145"/>
              <a:t> </a:t>
            </a:r>
            <a:r>
              <a:rPr dirty="0" spc="-260">
                <a:solidFill>
                  <a:srgbClr val="0F0F0F"/>
                </a:solidFill>
              </a:rPr>
              <a:t>Cancellations</a:t>
            </a:r>
            <a:r>
              <a:rPr dirty="0" spc="300">
                <a:solidFill>
                  <a:srgbClr val="0F0F0F"/>
                </a:solidFill>
              </a:rPr>
              <a:t> </a:t>
            </a:r>
            <a:r>
              <a:rPr dirty="0" spc="-355">
                <a:solidFill>
                  <a:srgbClr val="0F0F0F"/>
                </a:solidFill>
              </a:rPr>
              <a:t>2015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22534" y="1605645"/>
            <a:ext cx="532130" cy="208279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200" spc="-95">
                <a:latin typeface="Arial Black"/>
                <a:cs typeface="Arial Black"/>
              </a:rPr>
              <a:t>5.82</a:t>
            </a:r>
            <a:r>
              <a:rPr dirty="0" sz="1200">
                <a:latin typeface="Arial Black"/>
                <a:cs typeface="Arial Black"/>
              </a:rPr>
              <a:t> </a:t>
            </a:r>
            <a:r>
              <a:rPr dirty="0" sz="1200" spc="-50">
                <a:solidFill>
                  <a:srgbClr val="1C3D44"/>
                </a:solidFill>
                <a:latin typeface="Arial Black"/>
                <a:cs typeface="Arial Black"/>
              </a:rPr>
              <a:t>M</a:t>
            </a:r>
            <a:endParaRPr sz="1200">
              <a:latin typeface="Arial Black"/>
              <a:cs typeface="Arial Black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7104" y="2076568"/>
            <a:ext cx="1757680" cy="1549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850" spc="-105">
                <a:latin typeface="Arial Black"/>
                <a:cs typeface="Arial Black"/>
              </a:rPr>
              <a:t>Retards</a:t>
            </a:r>
            <a:r>
              <a:rPr dirty="0" sz="850" spc="5">
                <a:latin typeface="Arial Black"/>
                <a:cs typeface="Arial Black"/>
              </a:rPr>
              <a:t> </a:t>
            </a:r>
            <a:r>
              <a:rPr dirty="0" sz="850" spc="-110">
                <a:solidFill>
                  <a:srgbClr val="1A1A1A"/>
                </a:solidFill>
                <a:latin typeface="Arial Black"/>
                <a:cs typeface="Arial Black"/>
              </a:rPr>
              <a:t>et</a:t>
            </a:r>
            <a:r>
              <a:rPr dirty="0" sz="850">
                <a:solidFill>
                  <a:srgbClr val="1A1A1A"/>
                </a:solidFill>
                <a:latin typeface="Arial Black"/>
                <a:cs typeface="Arial Black"/>
              </a:rPr>
              <a:t> </a:t>
            </a:r>
            <a:r>
              <a:rPr dirty="0" sz="850" spc="-100">
                <a:latin typeface="Arial Black"/>
                <a:cs typeface="Arial Black"/>
              </a:rPr>
              <a:t>annulations</a:t>
            </a:r>
            <a:r>
              <a:rPr dirty="0" sz="850" spc="85">
                <a:latin typeface="Arial Black"/>
                <a:cs typeface="Arial Black"/>
              </a:rPr>
              <a:t> </a:t>
            </a:r>
            <a:r>
              <a:rPr dirty="0" sz="850" spc="-100">
                <a:solidFill>
                  <a:srgbClr val="0F0F0F"/>
                </a:solidFill>
                <a:latin typeface="Arial Black"/>
                <a:cs typeface="Arial Black"/>
              </a:rPr>
              <a:t>par</a:t>
            </a:r>
            <a:r>
              <a:rPr dirty="0" sz="850" spc="30">
                <a:solidFill>
                  <a:srgbClr val="0F0F0F"/>
                </a:solidFill>
                <a:latin typeface="Arial Black"/>
                <a:cs typeface="Arial Black"/>
              </a:rPr>
              <a:t> </a:t>
            </a:r>
            <a:r>
              <a:rPr dirty="0" sz="850" spc="-100">
                <a:solidFill>
                  <a:srgbClr val="0A0A0A"/>
                </a:solidFill>
                <a:latin typeface="Arial Black"/>
                <a:cs typeface="Arial Black"/>
              </a:rPr>
              <a:t>semafne</a:t>
            </a:r>
            <a:endParaRPr sz="850">
              <a:latin typeface="Arial Black"/>
              <a:cs typeface="Arial Black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06841" y="4538064"/>
            <a:ext cx="2107565" cy="1549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850">
                <a:latin typeface="Arial MT"/>
                <a:cs typeface="Arial MT"/>
              </a:rPr>
              <a:t>Routes</a:t>
            </a:r>
            <a:r>
              <a:rPr dirty="0" sz="850" spc="55">
                <a:latin typeface="Arial MT"/>
                <a:cs typeface="Arial MT"/>
              </a:rPr>
              <a:t> </a:t>
            </a:r>
            <a:r>
              <a:rPr dirty="0" sz="850" spc="-40">
                <a:solidFill>
                  <a:srgbClr val="232323"/>
                </a:solidFill>
                <a:latin typeface="Arial MT"/>
                <a:cs typeface="Arial MT"/>
              </a:rPr>
              <a:t>a</a:t>
            </a:r>
            <a:r>
              <a:rPr dirty="0" sz="850" spc="-15">
                <a:solidFill>
                  <a:srgbClr val="232323"/>
                </a:solidFill>
                <a:latin typeface="Arial MT"/>
                <a:cs typeface="Arial MT"/>
              </a:rPr>
              <a:t> </a:t>
            </a:r>
            <a:r>
              <a:rPr dirty="0" sz="850">
                <a:solidFill>
                  <a:srgbClr val="0C0C0C"/>
                </a:solidFill>
                <a:latin typeface="Arial MT"/>
                <a:cs typeface="Arial MT"/>
              </a:rPr>
              <a:t>rfsque</a:t>
            </a:r>
            <a:r>
              <a:rPr dirty="0" sz="850" spc="35">
                <a:solidFill>
                  <a:srgbClr val="0C0C0C"/>
                </a:solidFill>
                <a:latin typeface="Arial MT"/>
                <a:cs typeface="Arial MT"/>
              </a:rPr>
              <a:t> </a:t>
            </a:r>
            <a:r>
              <a:rPr dirty="0" sz="850">
                <a:solidFill>
                  <a:srgbClr val="212121"/>
                </a:solidFill>
                <a:latin typeface="Arial MT"/>
                <a:cs typeface="Arial MT"/>
              </a:rPr>
              <a:t>et</a:t>
            </a:r>
            <a:r>
              <a:rPr dirty="0" sz="850" spc="15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dirty="0" sz="850">
                <a:latin typeface="Arial MT"/>
                <a:cs typeface="Arial MT"/>
              </a:rPr>
              <a:t>routes</a:t>
            </a:r>
            <a:r>
              <a:rPr dirty="0" sz="850" spc="65">
                <a:latin typeface="Arial MT"/>
                <a:cs typeface="Arial MT"/>
              </a:rPr>
              <a:t> </a:t>
            </a:r>
            <a:r>
              <a:rPr dirty="0" sz="850" spc="-160">
                <a:solidFill>
                  <a:srgbClr val="080808"/>
                </a:solidFill>
                <a:latin typeface="Arial MT"/>
                <a:cs typeface="Arial MT"/>
              </a:rPr>
              <a:t>Yes</a:t>
            </a:r>
            <a:r>
              <a:rPr dirty="0" sz="850" spc="15">
                <a:solidFill>
                  <a:srgbClr val="080808"/>
                </a:solidFill>
                <a:latin typeface="Arial MT"/>
                <a:cs typeface="Arial MT"/>
              </a:rPr>
              <a:t> </a:t>
            </a:r>
            <a:r>
              <a:rPr dirty="0" sz="850">
                <a:solidFill>
                  <a:srgbClr val="0C0C0C"/>
                </a:solidFill>
                <a:latin typeface="Arial MT"/>
                <a:cs typeface="Arial MT"/>
              </a:rPr>
              <a:t>plus</a:t>
            </a:r>
            <a:r>
              <a:rPr dirty="0" sz="850" spc="-30">
                <a:solidFill>
                  <a:srgbClr val="0C0C0C"/>
                </a:solidFill>
                <a:latin typeface="Arial MT"/>
                <a:cs typeface="Arial MT"/>
              </a:rPr>
              <a:t> </a:t>
            </a:r>
            <a:r>
              <a:rPr dirty="0" sz="850" spc="-10">
                <a:latin typeface="Arial MT"/>
                <a:cs typeface="Arial MT"/>
              </a:rPr>
              <a:t>annulees</a:t>
            </a:r>
            <a:endParaRPr sz="85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779815" y="1611991"/>
            <a:ext cx="460375" cy="2006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150" spc="-55">
                <a:solidFill>
                  <a:srgbClr val="0F0F0F"/>
                </a:solidFill>
                <a:latin typeface="Arial Black"/>
                <a:cs typeface="Arial Black"/>
              </a:rPr>
              <a:t>18.6</a:t>
            </a:r>
            <a:r>
              <a:rPr dirty="0" sz="1150" spc="-25">
                <a:solidFill>
                  <a:srgbClr val="0F0F0F"/>
                </a:solidFill>
                <a:latin typeface="Arial Black"/>
                <a:cs typeface="Arial Black"/>
              </a:rPr>
              <a:t> </a:t>
            </a:r>
            <a:r>
              <a:rPr dirty="0" sz="1150" spc="-114">
                <a:solidFill>
                  <a:srgbClr val="181818"/>
                </a:solidFill>
                <a:latin typeface="Arial Black"/>
                <a:cs typeface="Arial Black"/>
              </a:rPr>
              <a:t>9</a:t>
            </a:r>
            <a:endParaRPr sz="1150">
              <a:latin typeface="Arial Black"/>
              <a:cs typeface="Arial Black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101858" y="2082915"/>
            <a:ext cx="862330" cy="1473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800" spc="-70">
                <a:latin typeface="Arial Black"/>
                <a:cs typeface="Arial Black"/>
              </a:rPr>
              <a:t>fierlodes</a:t>
            </a:r>
            <a:r>
              <a:rPr dirty="0" sz="800" spc="-10">
                <a:latin typeface="Arial Black"/>
                <a:cs typeface="Arial Black"/>
              </a:rPr>
              <a:t> </a:t>
            </a:r>
            <a:r>
              <a:rPr dirty="0" sz="800" spc="-75">
                <a:solidFill>
                  <a:srgbClr val="111111"/>
                </a:solidFill>
                <a:latin typeface="Arial Black"/>
                <a:cs typeface="Arial Black"/>
              </a:rPr>
              <a:t>e</a:t>
            </a:r>
            <a:r>
              <a:rPr dirty="0" sz="800" spc="-80">
                <a:solidFill>
                  <a:srgbClr val="111111"/>
                </a:solidFill>
                <a:latin typeface="Arial Black"/>
                <a:cs typeface="Arial Black"/>
              </a:rPr>
              <a:t> </a:t>
            </a:r>
            <a:r>
              <a:rPr dirty="0" sz="800" spc="-35">
                <a:solidFill>
                  <a:srgbClr val="0C0C0C"/>
                </a:solidFill>
                <a:latin typeface="Arial Black"/>
                <a:cs typeface="Arial Black"/>
              </a:rPr>
              <a:t>rlsque</a:t>
            </a:r>
            <a:endParaRPr sz="800">
              <a:latin typeface="Arial Black"/>
              <a:cs typeface="Arial Black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450117" y="1611991"/>
            <a:ext cx="419100" cy="2006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150" spc="-80">
                <a:latin typeface="Arial Black"/>
                <a:cs typeface="Arial Black"/>
              </a:rPr>
              <a:t>1.S</a:t>
            </a:r>
            <a:r>
              <a:rPr dirty="0" sz="1150" spc="-20">
                <a:latin typeface="Arial Black"/>
                <a:cs typeface="Arial Black"/>
              </a:rPr>
              <a:t> </a:t>
            </a:r>
            <a:r>
              <a:rPr dirty="0" sz="1150" spc="-315">
                <a:solidFill>
                  <a:srgbClr val="0A0A0A"/>
                </a:solidFill>
                <a:latin typeface="Arial Black"/>
                <a:cs typeface="Arial Black"/>
              </a:rPr>
              <a:t>96</a:t>
            </a:r>
            <a:endParaRPr sz="1150">
              <a:latin typeface="Arial Black"/>
              <a:cs typeface="Arial Black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570420" y="2079869"/>
            <a:ext cx="1172210" cy="1473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800" spc="-65">
                <a:solidFill>
                  <a:srgbClr val="070707"/>
                </a:solidFill>
                <a:latin typeface="Arial Black"/>
                <a:cs typeface="Arial Black"/>
              </a:rPr>
              <a:t>Long-</a:t>
            </a:r>
            <a:r>
              <a:rPr dirty="0" sz="800" spc="-45">
                <a:solidFill>
                  <a:srgbClr val="070707"/>
                </a:solidFill>
                <a:latin typeface="Arial Black"/>
                <a:cs typeface="Arial Black"/>
              </a:rPr>
              <a:t>courtier</a:t>
            </a:r>
            <a:r>
              <a:rPr dirty="0" sz="800" spc="85">
                <a:solidFill>
                  <a:srgbClr val="070707"/>
                </a:solidFill>
                <a:latin typeface="Arial Black"/>
                <a:cs typeface="Arial Black"/>
              </a:rPr>
              <a:t> </a:t>
            </a:r>
            <a:r>
              <a:rPr dirty="0" sz="800" spc="-140">
                <a:solidFill>
                  <a:srgbClr val="181818"/>
                </a:solidFill>
                <a:latin typeface="Arial Black"/>
                <a:cs typeface="Arial Black"/>
              </a:rPr>
              <a:t>v's</a:t>
            </a:r>
            <a:r>
              <a:rPr dirty="0" sz="800" spc="-75">
                <a:solidFill>
                  <a:srgbClr val="181818"/>
                </a:solidFill>
                <a:latin typeface="Arial Black"/>
                <a:cs typeface="Arial Black"/>
              </a:rPr>
              <a:t> </a:t>
            </a:r>
            <a:r>
              <a:rPr dirty="0" sz="800" spc="-25">
                <a:solidFill>
                  <a:srgbClr val="0F0F0F"/>
                </a:solidFill>
                <a:latin typeface="Arial Black"/>
                <a:cs typeface="Arial Black"/>
              </a:rPr>
              <a:t>retard</a:t>
            </a:r>
            <a:endParaRPr sz="800">
              <a:latin typeface="Arial Black"/>
              <a:cs typeface="Arial Black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227880" y="4538064"/>
            <a:ext cx="808355" cy="1549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850" spc="-90">
                <a:solidFill>
                  <a:srgbClr val="0F0F0F"/>
                </a:solidFill>
                <a:latin typeface="Arial Black"/>
                <a:cs typeface="Arial Black"/>
              </a:rPr>
              <a:t>Top</a:t>
            </a:r>
            <a:r>
              <a:rPr dirty="0" sz="850" spc="-55">
                <a:solidFill>
                  <a:srgbClr val="0F0F0F"/>
                </a:solidFill>
                <a:latin typeface="Arial Black"/>
                <a:cs typeface="Arial Black"/>
              </a:rPr>
              <a:t> </a:t>
            </a:r>
            <a:r>
              <a:rPr dirty="0" sz="850" spc="-90">
                <a:latin typeface="Arial Black"/>
                <a:cs typeface="Arial Black"/>
              </a:rPr>
              <a:t>annuletlons</a:t>
            </a:r>
            <a:endParaRPr sz="850">
              <a:latin typeface="Arial Black"/>
              <a:cs typeface="Arial Black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131978" y="1548525"/>
            <a:ext cx="393065" cy="2768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650" spc="-125">
                <a:latin typeface="Arial MT"/>
                <a:cs typeface="Arial MT"/>
              </a:rPr>
              <a:t>s.z</a:t>
            </a:r>
            <a:r>
              <a:rPr dirty="0" sz="1650" spc="-20">
                <a:latin typeface="Arial MT"/>
                <a:cs typeface="Arial MT"/>
              </a:rPr>
              <a:t> </a:t>
            </a:r>
            <a:r>
              <a:rPr dirty="0" sz="1650" spc="-70">
                <a:solidFill>
                  <a:srgbClr val="181818"/>
                </a:solidFill>
                <a:latin typeface="Arial MT"/>
                <a:cs typeface="Arial MT"/>
              </a:rPr>
              <a:t>x</a:t>
            </a:r>
            <a:endParaRPr sz="165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398977" y="6270200"/>
            <a:ext cx="487680" cy="1016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500" spc="-10">
                <a:solidFill>
                  <a:srgbClr val="595959"/>
                </a:solidFill>
                <a:latin typeface="Courier New"/>
                <a:cs typeface="Courier New"/>
              </a:rPr>
              <a:t>ROUTESROUGf5</a:t>
            </a:r>
            <a:endParaRPr sz="50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848199" y="6263854"/>
            <a:ext cx="523875" cy="1092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550" spc="-10">
                <a:solidFill>
                  <a:srgbClr val="606060"/>
                </a:solidFill>
                <a:latin typeface="Courier New"/>
                <a:cs typeface="Courier New"/>
              </a:rPr>
              <a:t>C0NC£NTRATOH</a:t>
            </a:r>
            <a:endParaRPr sz="55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2026-07-24T11:40:56Z</dcterms:created>
  <dcterms:modified xsi:type="dcterms:W3CDTF">2026-07-24T11:40:56Z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2026-07-24T00:00:00Z</vt:filetime>
  </property>
  <property fmtid="{D5CDD505-2E9C-101B-9397-08002B2CF9AE}" pid="4" name="LastSaved">
    <vt:filetime>2026-07-24T00:00:00Z</vt:filetime>
  </property>
  <property fmtid="{D5CDD505-2E9C-101B-9397-08002B2CF9AE}" pid="5" name="Producer">
    <vt:lpwstr>iLovePDF</vt:lpwstr>
  </property>
</Properties>
</file>