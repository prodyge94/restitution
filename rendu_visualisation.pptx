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8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490556-D47D-3342-3900-5695CC10C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8A6D5F-0181-EE86-03DA-928873158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9669D6C-E1A3-C449-3EF2-38791B1A0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012E65-7CCA-9175-A704-A309183A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456CA2-6CD9-BDC0-65DE-2E038D93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98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E3BEC9-0B76-1CA9-8608-50B8A7205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A544F2-D8AF-5725-AE49-EA70D1374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B42917-292D-7EB0-4F27-CE2F907D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5005929-5FCA-CB2D-0DBE-D5097DB8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EA3F77-060E-C6CB-919B-E9FA5E4C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402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55937F-FA8F-DE55-F7A9-F00CDEC92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03310B-B464-3E67-1F2D-C8E89FD35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E23C5A-2C1D-BE7C-64F6-10343B81A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B80A4F-0091-B636-2FD0-37DC6959B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457A92-E464-F551-937E-E1D60E797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463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B0BD6-8CAE-A783-9A9A-4824F080D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D87F0E-1AAE-032B-F733-1146C5A69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DB35C4-CF3C-E806-D7B9-7CDCA26F5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A609E0-7DC6-405A-11CF-7A0DCEAC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5DC60A-2A27-23A8-8733-79587A75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CCA3C66-37E4-848D-F318-E7A29AEC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946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30E9B2-EF35-5185-0ED5-0F56B7DB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E9AA33-40FA-1319-B220-CCB5D549E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7BA683-6BF0-001E-48B9-11C6D099A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BF9443B-503D-B69C-3956-D34B87E225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F192D38-22D7-9652-9BC9-7B49939CC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90AD3C-EC75-77C4-2CDB-7109708C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6FE10C8-34EB-22DA-1862-FF297FBB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767F042-973D-94C8-E831-72E75208A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01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F3462-DB17-9D5C-E42B-B0B88CD49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FEB81D9-895A-FB69-E85C-4A99A1A35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01ABCFE-9AC1-3D96-1805-A59EACADF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6B574C-10DA-C005-5070-FA799CA43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52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3C3F1D0-6937-A2D2-0139-39D2557B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D26CEA-42C5-B8DD-A0A5-654D1B0C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7A7CAF-F886-A8A2-0D0D-1AF6F1CD0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004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83EBA-B60C-4EB9-7AB4-8FA214DFD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0B8FD-0A84-36BC-98FC-8742D92F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A29ACF-1766-63EA-2573-5307C7073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F6352F-A7BE-CDA7-2381-C4DD9C50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6B2FB48-91E1-DCB4-26CD-2AC503428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1A46AA-BC43-3A25-EE7A-483A09B3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99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C1DD05-700B-CBC3-A5D1-4D3585C13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42A1790-A247-3313-BD4E-AE89582A4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ECD775-9FC7-9362-2934-FBFA3A490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888C97-74C0-0B7F-2D92-D6D0C12BF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E5EC5B-C1F4-DAFD-2A70-D9FB8CFB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039C429-83DA-EE4F-9462-CDFC3C99D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915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03FA4-F8BF-66BB-0C1E-C02A493A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6A003F7-32B9-499C-A350-38F37122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AB97F87-65CB-4980-B0BE-5B359291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C5DE00-CEE0-C6B5-4449-CC48E8962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79A6ED-9C86-0000-A78F-E50982EF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461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60EEB4F-7EA0-3C25-D6C1-261221709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0AABDB3-4DA4-FA6C-7C78-5572D09B8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0CFF96-08BC-8886-8290-8A865AAD1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7668CC-F2A2-4984-AFB7-906DF1D13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356DF8D-0FA8-E1A4-D949-CF88A1505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4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5F607BE-2427-5F57-C2F3-A6F0B5E9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050AE0D-8B6A-85B3-9C24-0955A137E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63FF2B-7BFF-0AEB-5AAB-70BC05C41B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BF2F92-F984-4413-BED1-B62ED8A45703}" type="datetimeFigureOut">
              <a:rPr lang="fr-FR" smtClean="0"/>
              <a:t>24/07/2026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8B118F-261D-A3EC-B077-87A8BA4E1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AA3BFE-57AB-D664-F829-8CB7363AE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789450-457A-4223-A013-FF93327B22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805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AA874F-AF5F-2A48-DC5E-5C3689AD9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04765C4-D52A-2B7A-908A-081FCD76C3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25DBD9F-1DDD-42CB-83CE-C37FD9835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514"/>
            <a:ext cx="12192000" cy="655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642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mehdy Ben Ammar</dc:creator>
  <cp:lastModifiedBy>mehdy Ben Ammar</cp:lastModifiedBy>
  <cp:revision>1</cp:revision>
  <dcterms:created xsi:type="dcterms:W3CDTF">2026-07-24T12:13:38Z</dcterms:created>
  <dcterms:modified xsi:type="dcterms:W3CDTF">2026-07-24T12:14:21Z</dcterms:modified>
</cp:coreProperties>
</file>