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075D66"/>
                </a:solidFill>
                <a:latin typeface="Calibri"/>
              </a:rPr>
              <a:t>REPORTING ET RESTITUTION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42128"/>
                </a:solidFill>
                <a:latin typeface="Calibri"/>
              </a:rPr>
              <a:t>US Flight Delays and Cancellations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687985"/>
                </a:solidFill>
                <a:latin typeface="Calibri"/>
              </a:rPr>
              <a:t>Retards et annulations des vols domestiques américains : quand, qui, où ?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86200"/>
            <a:ext cx="2926080" cy="28575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POPESCU Dan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BEN AMMAR Medy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SATOURI Ahmed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PALMIER Robin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LE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5,8 millions de vols sous la loupe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Source officielle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« 2015 Flight Delays and Cancellations » (Kaggle), publié par le ministère américain des Transports (US DOT)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Périmètre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tous les vols intérieurs américains de l'année 2015, 12 mois complets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Une ligne = un vol programmé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date, compagnie, aéroports de départ et d'arrivée, horaires, retard, annulation et son motif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Trois fichiers croisés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vols (592 Mo), l'annuaire des 14 compagnies, les 322 aéroports avec leurs coordonnées (pour la carte)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5 819 079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année 2015 complète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COMPAGNIES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de Delta à Spirit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0488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AÉROPORTS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4 693 liaisons directes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34272" y="4270248"/>
            <a:ext cx="50292" cy="1197864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EN RETARD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18,6 %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1,5 % de vols annulés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PRÉPARATION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Un nettoyage guidé par un audit qualité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Chargement maîtrisé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seules les colonnes utiles du fichier de 592 Mo sont lues, avec des types compacts pour tenir en mémoire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Valeurs manquantes expliquées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105 071 retards absents correspondent exactement aux vols annulés ou déroutés : ils sont retirés du calcul des retards au lieu d'être comptés « à l'heure »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Anomalie détectée sur octobre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aéroports y sont codés différemment du reste de l'année ; le mois est écarté de la seule analyse des liaisons (2,7 % des annulations)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Définitions officielles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un vol est « en retard » à partir de 15 minutes à l'arrivée (norme du US DOT) ; les périodes de vacances 2015 sont bornées explicitement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Résultats reproductibles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aucun chiffre saisi à la main : tableaux, graphiques et dashboard sont générés par le notebook, une ré-exécution met tout à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HYPOTHÈSES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Trois hypothèses posées avant l'analyse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2585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H1 · QUAND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993392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Il y a plus de vols en retard pendant les vacances que le reste de l'année.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3739896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 dirty="0">
                <a:solidFill>
                  <a:srgbClr val="075D66"/>
                </a:solidFill>
                <a:latin typeface="Calibri"/>
              </a:rPr>
              <a:t>H2 · 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474720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Plus une compagnie fait de vols longue distance, plus ses vols sont en retard.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5221224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H3 · OÙ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956048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Une petite minorité de liaisons concentre la majorité des annulations.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ptx_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5" y="294184"/>
            <a:ext cx="12019164" cy="648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Ce que les données ont répondu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0784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H1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PRÉCISER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Ce ne sont pas « les vacances » qui retardent les vols, mais les pics de fin d'année : Nouvel an (+18 pts) et Noël (+15 pts). L'été pèse peu (+4 pts), Thanksgiving rien du tout.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50292" cy="1051560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H2  </a:t>
            </a:r>
            <a:r>
              <a:rPr sz="1400" b="1" i="0">
                <a:solidFill>
                  <a:srgbClr val="EB5A3C"/>
                </a:solidFill>
                <a:latin typeface="Calibri"/>
              </a:rPr>
              <a:t>NON VALIDÉE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La distance ne dégrade pas la ponctualité : les vols longs rattrapent jusqu'à 9 minutes en vol. C'est le modèle d'exploitation de la compagnie qui fait la différence.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4281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H3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NUANCER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90288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10 % des liaisons portent la moitié des annulations… mais déjà 39 % du trafic. À trafic égal, les liaisons sensibles — navettes du Nord-Est en hiver — sont annulées 2,6 fois plus souvent.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32704"/>
            <a:ext cx="11155680" cy="777240"/>
          </a:xfrm>
          <a:prstGeom prst="roundRect">
            <a:avLst>
              <a:gd name="adj" fmla="val 14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4"/>
            <a:ext cx="10698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75D66"/>
                </a:solidFill>
                <a:latin typeface="Calibri"/>
              </a:rPr>
              <a:t>Fil conducteur : 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les retards suivent le calendrier, les annulations suivent la météo et le réseau — deux phénomènes à piloter séparément.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RÉFÉRENCES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Sources et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1155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Dataset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« 2015 Flight Delays and Cancellations », Kaggle / U.S. Department of Transportation — kaggle.com/datasets/usdot/flight-delays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Norme de ponctualité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U.S. DOT, Bureau of Transportation Statistics — un vol est en retard à partir de 15 minutes après l'horaire d'arrivée prévu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Fond de carte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US Atlas TopoJSON — github.com/topojson/us-atlas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Analyse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Python : pandas, NumPy, SciPy, Matplotlib — notebook Jupyter unique, de la donnée brute au dashboard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Restitution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dashboard HTML autonome (aucune connexion requise), alimenté automatiquement par le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751</Words>
  <Application>Microsoft Office PowerPoint</Application>
  <PresentationFormat>Grand écran</PresentationFormat>
  <Paragraphs>64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Popescu</cp:lastModifiedBy>
  <cp:revision>3</cp:revision>
  <dcterms:created xsi:type="dcterms:W3CDTF">2013-01-27T09:14:16Z</dcterms:created>
  <dcterms:modified xsi:type="dcterms:W3CDTF">2026-07-28T09:45:56Z</dcterms:modified>
  <cp:category/>
</cp:coreProperties>
</file>